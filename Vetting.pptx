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0" d="100"/>
          <a:sy n="60" d="100"/>
        </p:scale>
        <p:origin x="90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C8EFFA-65F0-85FA-6350-86A15483E1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E06EF14-5E78-AF39-7188-588EAF7AB1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1A377C-D37E-488E-99FA-4AA17AC4CB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2721A-61C1-466D-9CD2-BC16FA5A37BD}" type="datetimeFigureOut">
              <a:rPr lang="en-ZA" smtClean="0"/>
              <a:t>2025/06/24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E755F8-A3AF-C3D0-A207-EF36F4D4E8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741CB0-A2AE-BF19-8E30-1BD25DF106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35A705-3840-43E1-8448-A234D5ABBBBB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5360203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79EB0-1258-877C-92B5-02A3C795A2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FB77B9-6991-21FA-8756-AA463A50BB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723D48-5774-E0AD-AB45-B43B001AFF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2721A-61C1-466D-9CD2-BC16FA5A37BD}" type="datetimeFigureOut">
              <a:rPr lang="en-ZA" smtClean="0"/>
              <a:t>2025/06/24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FA4D42-6BA7-08ED-6853-2DA78E58BD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92867B-396D-604C-2318-DD6B143B6A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35A705-3840-43E1-8448-A234D5ABBBBB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4301317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297C2A-3B5F-2AA8-718C-C78203C4B9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E92388-5118-A05C-6A04-EA69359562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C720C3-3598-B989-DA8F-CD1DC886DD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2721A-61C1-466D-9CD2-BC16FA5A37BD}" type="datetimeFigureOut">
              <a:rPr lang="en-ZA" smtClean="0"/>
              <a:t>2025/06/24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DE3E3D-7653-1082-A566-5C8F7810B2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AA9D5-3C47-72F2-4E77-0E5AB906B5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35A705-3840-43E1-8448-A234D5ABBBBB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325574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8DFE99-77A5-8730-27FC-E186716630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17554C-DCA4-5362-0912-16DE76279D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A06220-A335-4C4A-DB47-8417B542BA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17B60D-BA11-591A-7FF5-2327F310EF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2721A-61C1-466D-9CD2-BC16FA5A37BD}" type="datetimeFigureOut">
              <a:rPr lang="en-ZA" smtClean="0"/>
              <a:t>2025/06/24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00565D-400A-BDEF-6F62-616ECAB202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10F85F-E68A-3959-10BE-91138356B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35A705-3840-43E1-8448-A234D5ABBBBB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9251983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0A52E6-3519-AA40-0B4F-4692851425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B4C31B-BFCF-6063-933B-0F015C9EF1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DCFEC5-DC6F-3BBF-2228-3C2AC200DE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629FCC-2881-543C-9CEE-E12BC777FCB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378378C-7CA2-FE1C-E705-828EFB6F939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3D37143-4B08-A3D9-6C4C-757BABF5B7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2721A-61C1-466D-9CD2-BC16FA5A37BD}" type="datetimeFigureOut">
              <a:rPr lang="en-ZA" smtClean="0"/>
              <a:t>2025/06/24</a:t>
            </a:fld>
            <a:endParaRPr lang="en-Z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8F35142-DEAB-D06C-2193-A15835866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76B0853-4A05-425D-B428-0CE865CF6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35A705-3840-43E1-8448-A234D5ABBBBB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5529926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409F4-BFF1-FD50-2D63-0C05CA64CF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7D6418-A786-46F3-A14C-D4EF976E00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2721A-61C1-466D-9CD2-BC16FA5A37BD}" type="datetimeFigureOut">
              <a:rPr lang="en-ZA" smtClean="0"/>
              <a:t>2025/06/24</a:t>
            </a:fld>
            <a:endParaRPr lang="en-Z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039B054-BCA9-9FA9-1825-C9FC6DFB87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94FCF11-4478-7486-CC18-DFC7A37594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35A705-3840-43E1-8448-A234D5ABBBBB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6615356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BDAF67D-33F9-AE4B-A7D7-118224B790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2721A-61C1-466D-9CD2-BC16FA5A37BD}" type="datetimeFigureOut">
              <a:rPr lang="en-ZA" smtClean="0"/>
              <a:t>2025/06/24</a:t>
            </a:fld>
            <a:endParaRPr lang="en-Z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0B20ECC-9D6E-2891-A7BF-04ACB08AD5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0AF2E6-D4BF-B602-7228-D648231E9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35A705-3840-43E1-8448-A234D5ABBBBB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8211738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A773EA-6A66-ACA2-9E58-5020270AB0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5D5CBA-293C-BF09-A70D-FCDA3F5B5D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15AC30-DD37-740A-A414-AB1C4DDCD0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3DBEF8-A6DC-B0E1-8555-1BC4844612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2721A-61C1-466D-9CD2-BC16FA5A37BD}" type="datetimeFigureOut">
              <a:rPr lang="en-ZA" smtClean="0"/>
              <a:t>2025/06/24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8239E8-F0E5-BA05-74D6-1578B421F0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FCA6FE-390A-4A1C-9D9D-CCA8191583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35A705-3840-43E1-8448-A234D5ABBBBB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7752291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AC575B-03D5-6C70-B2AA-8FB3D8364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20B6264-64E7-570C-6CE5-191F3F7340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806CC0-1DC6-9900-7735-9F2B23A1D0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65387F-AAFD-369B-466E-F5147B433F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2721A-61C1-466D-9CD2-BC16FA5A37BD}" type="datetimeFigureOut">
              <a:rPr lang="en-ZA" smtClean="0"/>
              <a:t>2025/06/24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37D96C-CD56-4B11-B80F-782E668CB1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2871B-0AFF-E4D1-8E02-0A30109E33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35A705-3840-43E1-8448-A234D5ABBBBB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4617250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C2D8AA-5296-65FA-C4D7-8B30C88566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D6792F-E6BB-A60E-D50A-A59B4831D1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F73E1C-BAF5-263D-8C5C-E494E842C4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2721A-61C1-466D-9CD2-BC16FA5A37BD}" type="datetimeFigureOut">
              <a:rPr lang="en-ZA" smtClean="0"/>
              <a:t>2025/06/24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CBD58E-AD84-263A-8A90-6A79276141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E0346D-49A4-7EB7-2F63-6C02381FF0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35A705-3840-43E1-8448-A234D5ABBBBB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1009215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36505A1-E65D-4B8C-E8C8-744658800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5ABEF0-5B3C-AD2B-EABC-BA367297AE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0DBC06-1650-8F4C-401E-AEEF84AC9F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2721A-61C1-466D-9CD2-BC16FA5A37BD}" type="datetimeFigureOut">
              <a:rPr lang="en-ZA" smtClean="0"/>
              <a:t>2025/06/24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B63089-5BF3-32F7-9EC1-A2A460B5EE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C4BB95-1773-E7FA-7F0C-4FBF18318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35A705-3840-43E1-8448-A234D5ABBBBB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1105704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A81B4C2-AB51-6854-D3B5-7D2AA0B6E8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0FE352-31DC-63A6-63B6-B886F454D9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4C495B-7D89-E215-A68F-F7F9E80FD8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FA2721A-61C1-466D-9CD2-BC16FA5A37BD}" type="datetimeFigureOut">
              <a:rPr lang="en-ZA" smtClean="0"/>
              <a:t>2025/06/24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4A4C21-9BB7-80B2-C996-E73831A9C5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F54D49-D990-0A04-7962-E3F980EE70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35A705-3840-43E1-8448-A234D5ABBBBB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0262235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13089D2-38BE-9AF1-473B-78B71BF941EB}"/>
              </a:ext>
            </a:extLst>
          </p:cNvPr>
          <p:cNvSpPr/>
          <p:nvPr/>
        </p:nvSpPr>
        <p:spPr>
          <a:xfrm>
            <a:off x="126829" y="986044"/>
            <a:ext cx="2296886" cy="133286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Community Vetting</a:t>
            </a:r>
          </a:p>
          <a:p>
            <a:pPr algn="ctr"/>
            <a:endParaRPr lang="en-US" sz="1400" dirty="0">
              <a:solidFill>
                <a:schemeClr val="tx1"/>
              </a:solidFill>
            </a:endParaRPr>
          </a:p>
          <a:p>
            <a:pPr algn="ctr"/>
            <a:r>
              <a:rPr lang="en-US" sz="1400" dirty="0">
                <a:solidFill>
                  <a:schemeClr val="tx1"/>
                </a:solidFill>
              </a:rPr>
              <a:t>Individuals </a:t>
            </a:r>
            <a:endParaRPr lang="en-ZA" sz="1400" dirty="0">
              <a:solidFill>
                <a:schemeClr val="tx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F1AE6B4-DC72-50F9-D1B5-C362E3ACD1B5}"/>
              </a:ext>
            </a:extLst>
          </p:cNvPr>
          <p:cNvSpPr/>
          <p:nvPr/>
        </p:nvSpPr>
        <p:spPr>
          <a:xfrm>
            <a:off x="126829" y="2930789"/>
            <a:ext cx="2296886" cy="133286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Community Vetting</a:t>
            </a:r>
          </a:p>
          <a:p>
            <a:pPr algn="ctr"/>
            <a:endParaRPr lang="en-US" sz="1400" dirty="0">
              <a:solidFill>
                <a:schemeClr val="tx1"/>
              </a:solidFill>
            </a:endParaRPr>
          </a:p>
          <a:p>
            <a:pPr algn="ctr"/>
            <a:r>
              <a:rPr lang="en-US" sz="1400" dirty="0">
                <a:solidFill>
                  <a:schemeClr val="tx1"/>
                </a:solidFill>
              </a:rPr>
              <a:t>Companies</a:t>
            </a:r>
            <a:endParaRPr lang="en-ZA" sz="1400" dirty="0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3F84044-C43B-06D4-1094-601B4C0CD6D2}"/>
              </a:ext>
            </a:extLst>
          </p:cNvPr>
          <p:cNvSpPr/>
          <p:nvPr/>
        </p:nvSpPr>
        <p:spPr>
          <a:xfrm>
            <a:off x="2522700" y="986044"/>
            <a:ext cx="2296886" cy="1332868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  <a:p>
            <a:pPr algn="ctr"/>
            <a:r>
              <a:rPr lang="en-US" sz="1400" dirty="0">
                <a:solidFill>
                  <a:schemeClr val="tx1"/>
                </a:solidFill>
              </a:rPr>
              <a:t>Staff Recruitment Individuals </a:t>
            </a:r>
            <a:endParaRPr lang="en-ZA" sz="1400" dirty="0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1C6E936-068D-DDE5-4623-313300749665}"/>
              </a:ext>
            </a:extLst>
          </p:cNvPr>
          <p:cNvSpPr/>
          <p:nvPr/>
        </p:nvSpPr>
        <p:spPr>
          <a:xfrm>
            <a:off x="2522700" y="2930789"/>
            <a:ext cx="2296886" cy="1332868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Companies</a:t>
            </a:r>
          </a:p>
          <a:p>
            <a:pPr algn="ctr"/>
            <a:r>
              <a:rPr lang="en-US" sz="1400" dirty="0">
                <a:solidFill>
                  <a:schemeClr val="tx1"/>
                </a:solidFill>
              </a:rPr>
              <a:t>RFI/P requirements</a:t>
            </a:r>
            <a:endParaRPr lang="en-ZA" sz="1400" dirty="0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A2AA406-EEA7-0DA0-6479-1D9B7D63814F}"/>
              </a:ext>
            </a:extLst>
          </p:cNvPr>
          <p:cNvSpPr/>
          <p:nvPr/>
        </p:nvSpPr>
        <p:spPr>
          <a:xfrm>
            <a:off x="4929203" y="2930789"/>
            <a:ext cx="2296886" cy="133286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Company Vetting </a:t>
            </a:r>
          </a:p>
          <a:p>
            <a:pPr algn="ctr"/>
            <a:r>
              <a:rPr lang="en-US" sz="1400" dirty="0">
                <a:solidFill>
                  <a:schemeClr val="tx1"/>
                </a:solidFill>
              </a:rPr>
              <a:t>ISO Standards</a:t>
            </a:r>
          </a:p>
          <a:p>
            <a:pPr algn="ctr"/>
            <a:r>
              <a:rPr lang="en-US" sz="1400" dirty="0">
                <a:solidFill>
                  <a:schemeClr val="tx1"/>
                </a:solidFill>
              </a:rPr>
              <a:t>Engineering Vetter</a:t>
            </a:r>
          </a:p>
          <a:p>
            <a:pPr algn="ctr"/>
            <a:r>
              <a:rPr lang="en-US" sz="1400" dirty="0">
                <a:solidFill>
                  <a:schemeClr val="tx1"/>
                </a:solidFill>
              </a:rPr>
              <a:t>Blaster Certificates</a:t>
            </a:r>
          </a:p>
          <a:p>
            <a:pPr algn="ctr"/>
            <a:r>
              <a:rPr lang="en-US" sz="1400" dirty="0">
                <a:solidFill>
                  <a:schemeClr val="tx1"/>
                </a:solidFill>
              </a:rPr>
              <a:t>Health &amp; Safety</a:t>
            </a:r>
            <a:endParaRPr lang="en-ZA" sz="1400" dirty="0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F500C5-C5FD-7A1D-6BFB-A014C3C385C2}"/>
              </a:ext>
            </a:extLst>
          </p:cNvPr>
          <p:cNvSpPr/>
          <p:nvPr/>
        </p:nvSpPr>
        <p:spPr>
          <a:xfrm>
            <a:off x="4929203" y="4401879"/>
            <a:ext cx="2296886" cy="72301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Cater for Validation of Certificates as well as verification</a:t>
            </a:r>
            <a:endParaRPr lang="en-ZA" sz="1400" dirty="0">
              <a:solidFill>
                <a:schemeClr val="tx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720198B-2D78-F007-0800-E9F0B4FB7139}"/>
              </a:ext>
            </a:extLst>
          </p:cNvPr>
          <p:cNvSpPr/>
          <p:nvPr/>
        </p:nvSpPr>
        <p:spPr>
          <a:xfrm>
            <a:off x="7353426" y="2930789"/>
            <a:ext cx="2296886" cy="1332868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Company – Digital vetting – Risk</a:t>
            </a:r>
          </a:p>
          <a:p>
            <a:pPr algn="ctr"/>
            <a:r>
              <a:rPr lang="en-US" sz="1400" dirty="0">
                <a:solidFill>
                  <a:schemeClr val="tx1"/>
                </a:solidFill>
              </a:rPr>
              <a:t>Location </a:t>
            </a:r>
            <a:r>
              <a:rPr lang="en-ZA" sz="1400" dirty="0">
                <a:solidFill>
                  <a:schemeClr val="tx1"/>
                </a:solidFill>
              </a:rPr>
              <a:t>vetting</a:t>
            </a:r>
          </a:p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2CE2BF-3974-F350-2F14-BE2F2343AB28}"/>
              </a:ext>
            </a:extLst>
          </p:cNvPr>
          <p:cNvSpPr/>
          <p:nvPr/>
        </p:nvSpPr>
        <p:spPr>
          <a:xfrm>
            <a:off x="7353426" y="986044"/>
            <a:ext cx="2296886" cy="1332868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Individual – Company lifestyle audits</a:t>
            </a:r>
          </a:p>
          <a:p>
            <a:pPr algn="ctr"/>
            <a:r>
              <a:rPr lang="en-US" sz="1400" dirty="0">
                <a:solidFill>
                  <a:schemeClr val="tx1"/>
                </a:solidFill>
              </a:rPr>
              <a:t>Part of other companies</a:t>
            </a:r>
            <a:endParaRPr lang="en-ZA" sz="1400" dirty="0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467E0C4-49F1-2C18-88C0-23FFDAAD6B39}"/>
              </a:ext>
            </a:extLst>
          </p:cNvPr>
          <p:cNvSpPr/>
          <p:nvPr/>
        </p:nvSpPr>
        <p:spPr>
          <a:xfrm>
            <a:off x="9768285" y="2496752"/>
            <a:ext cx="2296886" cy="133286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Audit on full RFP</a:t>
            </a:r>
          </a:p>
          <a:p>
            <a:pPr algn="ctr"/>
            <a:r>
              <a:rPr lang="en-US" sz="1400" dirty="0">
                <a:solidFill>
                  <a:schemeClr val="tx1"/>
                </a:solidFill>
              </a:rPr>
              <a:t>- Currently being done by finance</a:t>
            </a:r>
            <a:endParaRPr lang="en-ZA" sz="1400" dirty="0">
              <a:solidFill>
                <a:schemeClr val="tx1"/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F0B379E-93DB-8CF3-62C0-40E717E84299}"/>
              </a:ext>
            </a:extLst>
          </p:cNvPr>
          <p:cNvCxnSpPr/>
          <p:nvPr/>
        </p:nvCxnSpPr>
        <p:spPr>
          <a:xfrm>
            <a:off x="2456883" y="595423"/>
            <a:ext cx="0" cy="5964865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835502F-1392-C9FC-A7BF-EFB2BD4B6EF8}"/>
              </a:ext>
            </a:extLst>
          </p:cNvPr>
          <p:cNvCxnSpPr/>
          <p:nvPr/>
        </p:nvCxnSpPr>
        <p:spPr>
          <a:xfrm>
            <a:off x="4874020" y="595423"/>
            <a:ext cx="0" cy="5964865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8762811-5B0E-070E-00E5-9C9769FFB256}"/>
              </a:ext>
            </a:extLst>
          </p:cNvPr>
          <p:cNvCxnSpPr/>
          <p:nvPr/>
        </p:nvCxnSpPr>
        <p:spPr>
          <a:xfrm>
            <a:off x="7298750" y="595423"/>
            <a:ext cx="0" cy="5964865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3466B6C0-7B92-0562-F4C4-E633BB3B4F93}"/>
              </a:ext>
            </a:extLst>
          </p:cNvPr>
          <p:cNvCxnSpPr/>
          <p:nvPr/>
        </p:nvCxnSpPr>
        <p:spPr>
          <a:xfrm>
            <a:off x="9702472" y="446567"/>
            <a:ext cx="0" cy="5964865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97DFC74F-0960-E44C-3497-E183109C3488}"/>
              </a:ext>
            </a:extLst>
          </p:cNvPr>
          <p:cNvSpPr/>
          <p:nvPr/>
        </p:nvSpPr>
        <p:spPr>
          <a:xfrm>
            <a:off x="923764" y="297712"/>
            <a:ext cx="414668" cy="41466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  <a:endParaRPr lang="en-ZA" dirty="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3FA4153C-32B7-D72E-BD3B-87EA4536F0B4}"/>
              </a:ext>
            </a:extLst>
          </p:cNvPr>
          <p:cNvSpPr/>
          <p:nvPr/>
        </p:nvSpPr>
        <p:spPr>
          <a:xfrm>
            <a:off x="3460774" y="297712"/>
            <a:ext cx="414668" cy="41466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  <a:endParaRPr lang="en-ZA" dirty="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6B61DDCA-99D2-89C2-9D20-165F9AC136F7}"/>
              </a:ext>
            </a:extLst>
          </p:cNvPr>
          <p:cNvSpPr/>
          <p:nvPr/>
        </p:nvSpPr>
        <p:spPr>
          <a:xfrm>
            <a:off x="5864495" y="297712"/>
            <a:ext cx="414668" cy="41466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  <a:endParaRPr lang="en-ZA" dirty="0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F8DF71AB-8253-9A1D-F59F-0C1A7EA2586D}"/>
              </a:ext>
            </a:extLst>
          </p:cNvPr>
          <p:cNvSpPr/>
          <p:nvPr/>
        </p:nvSpPr>
        <p:spPr>
          <a:xfrm>
            <a:off x="8319345" y="297712"/>
            <a:ext cx="414668" cy="41466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  <a:endParaRPr lang="en-ZA" dirty="0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EA8F227D-1C74-EF61-42F8-7F6BD30CB4C6}"/>
              </a:ext>
            </a:extLst>
          </p:cNvPr>
          <p:cNvSpPr/>
          <p:nvPr/>
        </p:nvSpPr>
        <p:spPr>
          <a:xfrm>
            <a:off x="10653081" y="297712"/>
            <a:ext cx="414668" cy="41466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  <a:endParaRPr lang="en-ZA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0CBDAA0-A823-9D6B-5027-651EEB5F9C0B}"/>
              </a:ext>
            </a:extLst>
          </p:cNvPr>
          <p:cNvSpPr txBox="1"/>
          <p:nvPr/>
        </p:nvSpPr>
        <p:spPr>
          <a:xfrm>
            <a:off x="3670513" y="5528930"/>
            <a:ext cx="6097772" cy="120032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ZA" sz="1200" dirty="0"/>
              <a:t>- Mechanized Mining: Services such as drilling, blasting, ore movement, and equipment maintenance.- Conventional Stopping and Development: Services like drilling, blasting, cleaning, ore movement, and haulage maintenance.- Specialized Drilling and Blasting: Services that require specialized expertise and equipment.- Equipment Supply: Provision of mining equipment, such as transmission parts for earthmovers.- Maintenance and Repair: Services for maintaining and repairing mining equipment and infrastructure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341B623F-38EC-64D7-AED6-4E2F8836BFF0}"/>
              </a:ext>
            </a:extLst>
          </p:cNvPr>
          <p:cNvCxnSpPr>
            <a:stCxn id="9" idx="2"/>
          </p:cNvCxnSpPr>
          <p:nvPr/>
        </p:nvCxnSpPr>
        <p:spPr>
          <a:xfrm flipH="1">
            <a:off x="6071829" y="5124893"/>
            <a:ext cx="5817" cy="40403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02447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145</Words>
  <Application>Microsoft Office PowerPoint</Application>
  <PresentationFormat>Widescreen</PresentationFormat>
  <Paragraphs>28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Tiara Gungiah [Learner - Curro Aurora - High School]</dc:creator>
  <cp:lastModifiedBy>Tiara Gungiah [Learner - Curro Aurora - High School]</cp:lastModifiedBy>
  <cp:revision>1</cp:revision>
  <dcterms:created xsi:type="dcterms:W3CDTF">2025-06-24T14:14:43Z</dcterms:created>
  <dcterms:modified xsi:type="dcterms:W3CDTF">2025-06-24T14:38:48Z</dcterms:modified>
</cp:coreProperties>
</file>